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7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8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06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38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98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15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97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284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58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4740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93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1392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53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05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8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86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1313328"/>
          </a:xfrm>
        </p:spPr>
        <p:txBody>
          <a:bodyPr>
            <a:normAutofit/>
          </a:bodyPr>
          <a:lstStyle/>
          <a:p>
            <a:r>
              <a:rPr sz="3600" dirty="0"/>
              <a:t>Project: Aegis – Real-time Transaction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3944472"/>
            <a:ext cx="6600451" cy="154192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8.1 Batch – Group 4</a:t>
            </a:r>
          </a:p>
          <a:p>
            <a:r>
              <a:rPr lang="en-US" b="1" dirty="0"/>
              <a:t>Team Member:</a:t>
            </a:r>
          </a:p>
          <a:p>
            <a:r>
              <a:rPr lang="en-US" dirty="0"/>
              <a:t>Rupali Chavan</a:t>
            </a:r>
          </a:p>
          <a:p>
            <a:r>
              <a:rPr lang="en-US" dirty="0"/>
              <a:t>Sadiq Ali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system to detect and block fraudulent financial transactions in real-time, overcoming delays and limitations of traditional batch-based detection methods.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user makes a high-value transaction in another country soon after a local purchase. The system evaluates the live stream of transactions, scores the new one as 99% fraudulent, blocks it instantly, and alerts the user in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Data Stream Ingestion (Kafka / AWS Kinesis)</a:t>
            </a:r>
          </a:p>
          <a:p>
            <a:pPr lvl="1"/>
            <a:r>
              <a:t>Real-time Feature Engineering</a:t>
            </a:r>
          </a:p>
          <a:p>
            <a:pPr lvl="1"/>
            <a:r>
              <a:t>Anomaly Detection Models (Isolation Forest, Autoencoder)</a:t>
            </a:r>
          </a:p>
          <a:p>
            <a:pPr lvl="1"/>
            <a:r>
              <a:t>Model Deployment API (FastAPI/Flask)</a:t>
            </a:r>
          </a:p>
          <a:p>
            <a:pPr lvl="1"/>
            <a:r>
              <a:t>Online Learning / Model Retraining Pipeline</a:t>
            </a:r>
          </a:p>
          <a:p>
            <a:pPr lvl="1"/>
            <a:r>
              <a:t>Live Alerting &amp; Visualization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2EFFE5-F734-EF05-FCDD-CAA1DB10B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7587" y="1712259"/>
            <a:ext cx="6262326" cy="41995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Flow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 Kafka Producer -&gt; Generates live transactions</a:t>
            </a:r>
          </a:p>
          <a:p>
            <a:r>
              <a:rPr lang="en-IN" dirty="0"/>
              <a:t>Kafka Topic </a:t>
            </a:r>
          </a:p>
          <a:p>
            <a:r>
              <a:rPr lang="en-IN" dirty="0"/>
              <a:t>Kafka Consumer -&gt; Reads real-time stream</a:t>
            </a:r>
          </a:p>
          <a:p>
            <a:r>
              <a:rPr lang="en-IN" dirty="0"/>
              <a:t>Historical CSV Generator -&gt; Training data</a:t>
            </a:r>
          </a:p>
          <a:p>
            <a:r>
              <a:rPr lang="en-IN" dirty="0"/>
              <a:t>ML Pipeline -&gt; Feature engineering + fraud mode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</TotalTime>
  <Words>166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Wisp</vt:lpstr>
      <vt:lpstr>Project: Aegis – Real-time Transaction Fraud Detection</vt:lpstr>
      <vt:lpstr>Problem Statement</vt:lpstr>
      <vt:lpstr>Use Case</vt:lpstr>
      <vt:lpstr>Key Modules</vt:lpstr>
      <vt:lpstr>System Architecture</vt:lpstr>
      <vt:lpstr>Project Flow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Rupali Chavan</cp:lastModifiedBy>
  <cp:revision>3</cp:revision>
  <dcterms:created xsi:type="dcterms:W3CDTF">2013-01-27T09:14:16Z</dcterms:created>
  <dcterms:modified xsi:type="dcterms:W3CDTF">2025-12-04T10:56:16Z</dcterms:modified>
  <cp:category/>
</cp:coreProperties>
</file>